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6" r:id="rId6"/>
    <p:sldId id="267" r:id="rId7"/>
    <p:sldId id="268" r:id="rId8"/>
    <p:sldId id="265" r:id="rId9"/>
    <p:sldId id="264" r:id="rId10"/>
    <p:sldId id="263" r:id="rId11"/>
    <p:sldId id="262" r:id="rId12"/>
    <p:sldId id="261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12B2-D2F8-4E78-AD87-7F5BD6A71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FFD48-7495-4EB5-A9B0-CCF266AF4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AB1FD-B3D2-4DD1-BE3C-142B457E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5F10-3017-4F34-907B-5BE4AA30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0F88F-CE7F-427E-A357-2A09A88B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4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4FA9-364F-4225-9390-8DC81F76C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0756F-CA2F-4C30-932B-5DED85853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D909B-BCC1-4A15-94A1-C1591A89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B4B5B-3CBB-40E3-A93B-6A4A1C41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55EDA-D2C8-47DF-8E7E-B0502737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433E-EB49-49B7-B55E-BD2A8A17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FFC69-3B05-4710-A235-0553813B2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7000F-8F94-4FB7-A97C-8582C7C1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DFD37-2B2E-4391-BB8D-1A9F7492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47A06-AE9F-4E4D-BC79-9FE05791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8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3CF6-67DE-4C27-B132-F272AF79C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79C5-B581-4665-BB8F-FC7A35DD9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4F40C-7E56-4B9C-89E1-36731D677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E033F-6EF9-4FE1-825F-113CB587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B4A70-3CEF-4290-836F-47F7A2C8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9EB3B-DEE1-4F59-88F1-DDBB70FD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3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26A1-0444-4EE9-B7CA-8039371B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14F7C-89C4-4DB9-B304-50A4559A0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49918-1F3D-4C11-B8E6-13C190F81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FE008-5582-4975-A52D-2E9A31BD0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36D3E-F555-486A-8A88-F9AC60C9D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85A76-ACA6-47B1-901E-34BCBB7C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A9A20-D280-4331-881D-9B26E302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2B4C0-D251-47ED-B685-8465F4EF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0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56A6-F230-473F-B72A-58460B6A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DA3C0-5926-42F2-A84E-E1D4CC41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5C91F-5384-4EEE-BA15-2C3ADB63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E970A-133B-4DA2-BA64-BB880D7F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0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A066E-8636-458D-8AEA-C1812875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9F63A-1E35-4A8E-BB47-4AC5C80C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ACD1D-9171-4E82-9C2B-00AB41BC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9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0CCC-4A7A-4B9A-85D6-38F36A7B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EB44F-EE47-4B8D-A971-38D923DFF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809E0-ED26-4EFC-942C-A46F4FE88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143DD-4A92-488F-9F88-A902D6D1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CBF93-62BC-4520-930C-2D3D400E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DC12D-5254-41C1-8A74-6F7D356D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5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76E6-9134-4100-99A1-35417868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65816-1E2E-428A-A88C-FBB718F0D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1FDDE-5585-4786-9EFC-C3AD430E2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A9591-54AB-402F-BD36-06875B8C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991FB-2798-4DF4-9018-A040FE22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D74A3-C391-49FE-AAA6-58ACCF89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7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7D84-1DC6-46AA-B73D-71F87370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124A4-CF40-41EA-B58D-326CC0768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68ECB-01B3-49FD-85D0-0FA5004F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1225-6384-47A2-80B0-A3B2EC16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8E8A9-DFA8-44F7-82A9-F4772ABD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9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D0D3B-2DC6-450D-B308-F8487E45F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A285F-6432-46D6-A5E1-213ED0889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6C713-4A06-4A92-82D2-48DDAF28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58C6E-9320-4441-BF9F-D5888538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47420-72C8-4DD7-8820-AE18A854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7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7FBE9-413C-4AD1-8BB8-B155354B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C4D15-A2AC-4E24-BEBF-E214F8F15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9D64D-812C-48A3-BA1A-4CC4D1C0C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4898B-6AD0-4A25-AD9E-3A31CEBF3F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EB345-E499-4B28-99C6-D44250664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26B11-1FB3-4B86-9D27-56812F990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187C3-9630-48FE-9D12-4ECAD60F0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7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A46D-530B-4299-A995-9D830BB4E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Making a Research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AAAD1-BCB8-4E7C-9578-E8D5180185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ZHON 360 </a:t>
            </a:r>
          </a:p>
          <a:p>
            <a:r>
              <a:rPr lang="en-US" dirty="0"/>
              <a:t>Fall 2025</a:t>
            </a:r>
          </a:p>
          <a:p>
            <a:r>
              <a:rPr lang="en-US" dirty="0"/>
              <a:t>Dr. Hegerty</a:t>
            </a:r>
          </a:p>
        </p:txBody>
      </p:sp>
    </p:spTree>
    <p:extLst>
      <p:ext uri="{BB962C8B-B14F-4D97-AF65-F5344CB8AC3E}">
        <p14:creationId xmlns:p14="http://schemas.microsoft.com/office/powerpoint/2010/main" val="280212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Today’s Main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prepare a presentation in general</a:t>
            </a:r>
          </a:p>
          <a:p>
            <a:r>
              <a:rPr lang="en-US" dirty="0"/>
              <a:t>How to prepare </a:t>
            </a:r>
            <a:r>
              <a:rPr lang="en-US" i="1" dirty="0"/>
              <a:t>your</a:t>
            </a:r>
            <a:r>
              <a:rPr lang="en-US" dirty="0"/>
              <a:t> presentation</a:t>
            </a:r>
          </a:p>
          <a:p>
            <a:r>
              <a:rPr lang="en-US" dirty="0"/>
              <a:t>This presentation as one example</a:t>
            </a:r>
          </a:p>
        </p:txBody>
      </p:sp>
    </p:spTree>
    <p:extLst>
      <p:ext uri="{BB962C8B-B14F-4D97-AF65-F5344CB8AC3E}">
        <p14:creationId xmlns:p14="http://schemas.microsoft.com/office/powerpoint/2010/main" val="283893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Presentation ≠ Your Whole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Much shorter (usually)</a:t>
            </a:r>
          </a:p>
          <a:p>
            <a:r>
              <a:rPr lang="en-US" dirty="0"/>
              <a:t>Much less detail</a:t>
            </a:r>
          </a:p>
          <a:p>
            <a:r>
              <a:rPr lang="en-US" dirty="0"/>
              <a:t>Focuses attention on key topics</a:t>
            </a:r>
          </a:p>
          <a:p>
            <a:r>
              <a:rPr lang="en-US" dirty="0"/>
              <a:t>Think about the original source</a:t>
            </a:r>
          </a:p>
          <a:p>
            <a:r>
              <a:rPr lang="en-US" dirty="0"/>
              <a:t>Do you want feedback to improve the paper?</a:t>
            </a:r>
          </a:p>
          <a:p>
            <a:r>
              <a:rPr lang="en-US" dirty="0"/>
              <a:t>Who is your audience (hopefully they are friendly)</a:t>
            </a:r>
          </a:p>
          <a:p>
            <a:endParaRPr lang="en-US" dirty="0"/>
          </a:p>
          <a:p>
            <a:r>
              <a:rPr lang="en-US" dirty="0"/>
              <a:t>You need to know what to include, and what to leave 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86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good length?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minutes vs. 15 minutes vs. 30 minutes vs. 90 minutes(!)</a:t>
            </a:r>
          </a:p>
          <a:p>
            <a:r>
              <a:rPr lang="en-US" dirty="0"/>
              <a:t>Different “versions” of your presentation for each</a:t>
            </a:r>
          </a:p>
          <a:p>
            <a:r>
              <a:rPr lang="en-US" dirty="0"/>
              <a:t>It is very easy to go long</a:t>
            </a:r>
          </a:p>
          <a:p>
            <a:r>
              <a:rPr lang="en-US" dirty="0"/>
              <a:t>Also people talk fast when they are nervous</a:t>
            </a:r>
          </a:p>
          <a:p>
            <a:r>
              <a:rPr lang="en-US" b="1" dirty="0"/>
              <a:t>Some of that time may be reserved for questions</a:t>
            </a:r>
            <a:br>
              <a:rPr lang="en-US" dirty="0"/>
            </a:br>
            <a:r>
              <a:rPr lang="en-US" dirty="0"/>
              <a:t>(or to catch up if other speakers run late)</a:t>
            </a:r>
          </a:p>
        </p:txBody>
      </p:sp>
    </p:spTree>
    <p:extLst>
      <p:ext uri="{BB962C8B-B14F-4D97-AF65-F5344CB8AC3E}">
        <p14:creationId xmlns:p14="http://schemas.microsoft.com/office/powerpoint/2010/main" val="407295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 aids and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 of thumb: 1 minute per slide?</a:t>
            </a:r>
          </a:p>
          <a:p>
            <a:r>
              <a:rPr lang="en-US" dirty="0"/>
              <a:t>My advice: Less text/more talking</a:t>
            </a:r>
          </a:p>
          <a:p>
            <a:r>
              <a:rPr lang="en-US" dirty="0"/>
              <a:t>Save your slides for visuals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Common issues:</a:t>
            </a:r>
            <a:br>
              <a:rPr lang="en-US" dirty="0"/>
            </a:br>
            <a:r>
              <a:rPr lang="en-US" dirty="0"/>
              <a:t>Way too much text</a:t>
            </a:r>
            <a:br>
              <a:rPr lang="en-US" dirty="0"/>
            </a:br>
            <a:r>
              <a:rPr lang="en-US" dirty="0"/>
              <a:t>Very small fonts</a:t>
            </a:r>
            <a:br>
              <a:rPr lang="en-US" dirty="0"/>
            </a:br>
            <a:r>
              <a:rPr lang="en-US" dirty="0"/>
              <a:t>Reading all the text verbatim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1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 layout and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your discipline’s guidelines!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 this can be very important in the professional world</a:t>
            </a:r>
            <a:endParaRPr lang="en-US" dirty="0"/>
          </a:p>
          <a:p>
            <a:r>
              <a:rPr lang="en-US" dirty="0"/>
              <a:t>Here: Not much emphasis on style for next week</a:t>
            </a:r>
            <a:br>
              <a:rPr lang="en-US" dirty="0"/>
            </a:br>
            <a:r>
              <a:rPr lang="en-US" dirty="0"/>
              <a:t>	(focus on substance)</a:t>
            </a:r>
          </a:p>
          <a:p>
            <a:r>
              <a:rPr lang="en-US" dirty="0"/>
              <a:t>Also, I basically only changed some bolding and colors</a:t>
            </a:r>
          </a:p>
          <a:p>
            <a:endParaRPr lang="en-US" dirty="0"/>
          </a:p>
          <a:p>
            <a:r>
              <a:rPr lang="en-US" dirty="0"/>
              <a:t>Avoid: Excessive animations, transitions, clip art, graphics</a:t>
            </a:r>
          </a:p>
        </p:txBody>
      </p:sp>
    </p:spTree>
    <p:extLst>
      <p:ext uri="{BB962C8B-B14F-4D97-AF65-F5344CB8AC3E}">
        <p14:creationId xmlns:p14="http://schemas.microsoft.com/office/powerpoint/2010/main" val="2577944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Presenting a Research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presenting a paper</a:t>
            </a:r>
            <a:br>
              <a:rPr lang="en-US" dirty="0"/>
            </a:br>
            <a:r>
              <a:rPr lang="en-US" dirty="0"/>
              <a:t>(You should do so at the Student Research Symposium!)</a:t>
            </a:r>
          </a:p>
          <a:p>
            <a:r>
              <a:rPr lang="en-US" b="1" dirty="0"/>
              <a:t>Four key sections</a:t>
            </a:r>
            <a:br>
              <a:rPr lang="en-US" dirty="0"/>
            </a:br>
            <a:r>
              <a:rPr lang="en-US" dirty="0"/>
              <a:t>Emphasis on “big idea,” Methods, findings</a:t>
            </a:r>
          </a:p>
        </p:txBody>
      </p:sp>
    </p:spTree>
    <p:extLst>
      <p:ext uri="{BB962C8B-B14F-4D97-AF65-F5344CB8AC3E}">
        <p14:creationId xmlns:p14="http://schemas.microsoft.com/office/powerpoint/2010/main" val="309339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your idea accessible right away</a:t>
            </a:r>
          </a:p>
          <a:p>
            <a:r>
              <a:rPr lang="en-US" dirty="0"/>
              <a:t>Explicitly state your main idea and research questions</a:t>
            </a:r>
            <a:br>
              <a:rPr lang="en-US" dirty="0"/>
            </a:br>
            <a:r>
              <a:rPr lang="en-US" dirty="0"/>
              <a:t>Then also give a short summary of methods</a:t>
            </a:r>
          </a:p>
          <a:p>
            <a:r>
              <a:rPr lang="en-US" dirty="0"/>
              <a:t>And don’t be afraid to preview your key findings</a:t>
            </a:r>
          </a:p>
        </p:txBody>
      </p:sp>
    </p:spTree>
    <p:extLst>
      <p:ext uri="{BB962C8B-B14F-4D97-AF65-F5344CB8AC3E}">
        <p14:creationId xmlns:p14="http://schemas.microsoft.com/office/powerpoint/2010/main" val="314411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probably gets the least attention</a:t>
            </a:r>
          </a:p>
          <a:p>
            <a:r>
              <a:rPr lang="en-US" dirty="0"/>
              <a:t>Maybe a few key papers, as part of the Introduction?</a:t>
            </a:r>
          </a:p>
          <a:p>
            <a:r>
              <a:rPr lang="en-US" dirty="0"/>
              <a:t>But definitely do not spend too much time on this </a:t>
            </a:r>
          </a:p>
        </p:txBody>
      </p:sp>
    </p:spTree>
    <p:extLst>
      <p:ext uri="{BB962C8B-B14F-4D97-AF65-F5344CB8AC3E}">
        <p14:creationId xmlns:p14="http://schemas.microsoft.com/office/powerpoint/2010/main" val="366666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a basic overview</a:t>
            </a:r>
          </a:p>
          <a:p>
            <a:r>
              <a:rPr lang="en-US" b="1" dirty="0"/>
              <a:t>Especially your data sources and any procedures</a:t>
            </a:r>
            <a:br>
              <a:rPr lang="en-US" dirty="0"/>
            </a:br>
            <a:r>
              <a:rPr lang="en-US" dirty="0"/>
              <a:t>How were your interviews constructed?</a:t>
            </a:r>
            <a:br>
              <a:rPr lang="en-US" dirty="0"/>
            </a:br>
            <a:r>
              <a:rPr lang="en-US" dirty="0"/>
              <a:t>What statistics do you use?</a:t>
            </a:r>
            <a:br>
              <a:rPr lang="en-US" dirty="0"/>
            </a:br>
            <a:r>
              <a:rPr lang="en-US" dirty="0"/>
              <a:t>What were your search terms?</a:t>
            </a:r>
          </a:p>
          <a:p>
            <a:r>
              <a:rPr lang="en-US" dirty="0"/>
              <a:t>Stay out of details (e.g. don’t explain whole mathematical equations)</a:t>
            </a:r>
          </a:p>
          <a:p>
            <a:r>
              <a:rPr lang="en-US" dirty="0"/>
              <a:t>Hopefully, people can read your paper if they are interested</a:t>
            </a:r>
          </a:p>
        </p:txBody>
      </p:sp>
    </p:spTree>
    <p:extLst>
      <p:ext uri="{BB962C8B-B14F-4D97-AF65-F5344CB8AC3E}">
        <p14:creationId xmlns:p14="http://schemas.microsoft.com/office/powerpoint/2010/main" val="3706602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your narrative first and foremost</a:t>
            </a:r>
          </a:p>
          <a:p>
            <a:r>
              <a:rPr lang="en-US" dirty="0"/>
              <a:t>Focus on the interesting things!</a:t>
            </a:r>
          </a:p>
          <a:p>
            <a:r>
              <a:rPr lang="en-US" dirty="0"/>
              <a:t>Do you have a concise “story” to tell?</a:t>
            </a:r>
            <a:br>
              <a:rPr lang="en-US" dirty="0"/>
            </a:br>
            <a:r>
              <a:rPr lang="en-US" dirty="0"/>
              <a:t>(This should be in your Intro too)</a:t>
            </a:r>
          </a:p>
          <a:p>
            <a:r>
              <a:rPr lang="en-US" dirty="0"/>
              <a:t>Remember, you only get about 5 minutes of a 15-20-minute presentation to explain everything!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65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Figures and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them if you have them</a:t>
            </a:r>
          </a:p>
          <a:p>
            <a:r>
              <a:rPr lang="en-US" dirty="0"/>
              <a:t>Maybe not every single one, though</a:t>
            </a:r>
          </a:p>
          <a:p>
            <a:r>
              <a:rPr lang="en-US" dirty="0"/>
              <a:t>Be prepared to rely heavily on your verbal/textual summary</a:t>
            </a:r>
          </a:p>
          <a:p>
            <a:r>
              <a:rPr lang="en-US" dirty="0"/>
              <a:t>Maybe lead in with a summary slide?</a:t>
            </a:r>
          </a:p>
        </p:txBody>
      </p:sp>
    </p:spTree>
    <p:extLst>
      <p:ext uri="{BB962C8B-B14F-4D97-AF65-F5344CB8AC3E}">
        <p14:creationId xmlns:p14="http://schemas.microsoft.com/office/powerpoint/2010/main" val="632102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basically summarizes your findings</a:t>
            </a:r>
          </a:p>
          <a:p>
            <a:r>
              <a:rPr lang="en-US" b="1" dirty="0"/>
              <a:t>AND gives some next steps:</a:t>
            </a:r>
            <a:br>
              <a:rPr lang="en-US" dirty="0"/>
            </a:br>
            <a:r>
              <a:rPr lang="en-US" dirty="0"/>
              <a:t>Implications for policymakers?</a:t>
            </a:r>
            <a:br>
              <a:rPr lang="en-US" dirty="0"/>
            </a:br>
            <a:r>
              <a:rPr lang="en-US" dirty="0"/>
              <a:t>Relevance for people in the discipline?</a:t>
            </a:r>
            <a:br>
              <a:rPr lang="en-US" dirty="0"/>
            </a:br>
            <a:r>
              <a:rPr lang="en-US" dirty="0"/>
              <a:t>Future research questions?</a:t>
            </a:r>
            <a:br>
              <a:rPr lang="en-US" dirty="0"/>
            </a:br>
            <a:r>
              <a:rPr lang="en-US" dirty="0"/>
              <a:t>Limitations to the current study?</a:t>
            </a:r>
          </a:p>
          <a:p>
            <a:r>
              <a:rPr lang="en-US" dirty="0"/>
              <a:t>Do not end on a weakness—close on reiterating why your paper is interesting!</a:t>
            </a:r>
          </a:p>
        </p:txBody>
      </p:sp>
    </p:spTree>
    <p:extLst>
      <p:ext uri="{BB962C8B-B14F-4D97-AF65-F5344CB8AC3E}">
        <p14:creationId xmlns:p14="http://schemas.microsoft.com/office/powerpoint/2010/main" val="1590854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Sign up for a 10-minute 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Tuesday and Thursday, in class</a:t>
            </a:r>
          </a:p>
          <a:p>
            <a:r>
              <a:rPr lang="en-US" dirty="0"/>
              <a:t>No make-ups if you miss</a:t>
            </a:r>
          </a:p>
          <a:p>
            <a:r>
              <a:rPr lang="en-US" dirty="0"/>
              <a:t>First-come, first-served</a:t>
            </a:r>
          </a:p>
          <a:p>
            <a:r>
              <a:rPr lang="en-US" dirty="0"/>
              <a:t>Advantages and Disadvantages to going early or late</a:t>
            </a:r>
          </a:p>
        </p:txBody>
      </p:sp>
    </p:spTree>
    <p:extLst>
      <p:ext uri="{BB962C8B-B14F-4D97-AF65-F5344CB8AC3E}">
        <p14:creationId xmlns:p14="http://schemas.microsoft.com/office/powerpoint/2010/main" val="3664456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set up slides?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Typically: USB drive, email yourself, email session facilitator</a:t>
            </a:r>
          </a:p>
          <a:p>
            <a:r>
              <a:rPr lang="en-US" dirty="0"/>
              <a:t>Access Google slides/drive?</a:t>
            </a:r>
          </a:p>
          <a:p>
            <a:r>
              <a:rPr lang="en-US" dirty="0"/>
              <a:t>I use GitHub</a:t>
            </a:r>
          </a:p>
          <a:p>
            <a:r>
              <a:rPr lang="en-US" dirty="0"/>
              <a:t>You can send me yours in advance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Common problems:</a:t>
            </a:r>
          </a:p>
          <a:p>
            <a:r>
              <a:rPr lang="en-US" dirty="0"/>
              <a:t>Be prepared to have no internet, no time, no computer in room</a:t>
            </a:r>
          </a:p>
          <a:p>
            <a:r>
              <a:rPr lang="en-US" dirty="0"/>
              <a:t>Also technical issues, etc.</a:t>
            </a:r>
          </a:p>
        </p:txBody>
      </p:sp>
    </p:spTree>
    <p:extLst>
      <p:ext uri="{BB962C8B-B14F-4D97-AF65-F5344CB8AC3E}">
        <p14:creationId xmlns:p14="http://schemas.microsoft.com/office/powerpoint/2010/main" val="3513911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011C-DD52-47C6-948B-DB5CE557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more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D8F8-9979-4C76-91C7-41053DC6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Here’s one I just presented</a:t>
            </a:r>
          </a:p>
        </p:txBody>
      </p:sp>
    </p:spTree>
    <p:extLst>
      <p:ext uri="{BB962C8B-B14F-4D97-AF65-F5344CB8AC3E}">
        <p14:creationId xmlns:p14="http://schemas.microsoft.com/office/powerpoint/2010/main" val="16224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642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Making a Research Presentation</vt:lpstr>
      <vt:lpstr>Today’s Main Points</vt:lpstr>
      <vt:lpstr>Research Presentation ≠ Your Whole Project</vt:lpstr>
      <vt:lpstr>What is a good length?</vt:lpstr>
      <vt:lpstr>Visual aids and slides</vt:lpstr>
      <vt:lpstr>Proper layout and formatting</vt:lpstr>
      <vt:lpstr>Presenting a Research Proposal</vt:lpstr>
      <vt:lpstr>Introduction</vt:lpstr>
      <vt:lpstr>Literature</vt:lpstr>
      <vt:lpstr>Methodology</vt:lpstr>
      <vt:lpstr>Results</vt:lpstr>
      <vt:lpstr>Figures and Tables</vt:lpstr>
      <vt:lpstr>Conclusions</vt:lpstr>
      <vt:lpstr>Sign up for a 10-minute slot</vt:lpstr>
      <vt:lpstr>How to set up slides?</vt:lpstr>
      <vt:lpstr>One more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a Research Presentation</dc:title>
  <dc:creator>Hegerty, Scott</dc:creator>
  <cp:lastModifiedBy>Hegerty, Scott</cp:lastModifiedBy>
  <cp:revision>14</cp:revision>
  <dcterms:created xsi:type="dcterms:W3CDTF">2025-11-24T15:08:28Z</dcterms:created>
  <dcterms:modified xsi:type="dcterms:W3CDTF">2025-11-24T15:47:28Z</dcterms:modified>
</cp:coreProperties>
</file>